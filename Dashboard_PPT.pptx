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ABEC-89CD-6B64-6B40-D8931BC37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926F9-F1E2-EE33-A58D-E2BAE8726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224F3-74D1-2020-FAA3-C0A1140A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C45A8-8D32-4C27-565D-8AC710AB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FA479-8F7D-74DF-6D8F-A9B0C386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648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D2F89-E900-3F5A-1426-ABA772F0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8A5C-8326-94FD-80CD-9A0EBF4DD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C9D43-483C-B355-1F76-876C592EB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D47D8-78C6-ECA3-716C-BE081534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AC61-D003-2659-FD4F-747DC065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111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860F-4878-4B7C-A480-A4BB468C6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071FE-C48A-9B69-E933-418CEE055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D4252-2590-0873-3F9C-D96DEEA5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E9933-B5E4-8C4D-A259-2F39A668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2A58F-AFA4-C109-0D7F-EB3600EA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9850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6CEC-754A-3C33-D3C1-D375F9B9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6E579-C5D6-4401-439B-86BA16627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C7433-5A60-5772-D4C0-C1135EE47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72022-0AB0-7575-9FB5-F7A665E2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1AB19-2BF7-B411-28A6-D0EC1AC7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095AE-0972-8825-ED3E-5629D01E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368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8249-CEBF-558D-2A55-DE053895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228D1-FE43-4489-38A6-A21181162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62F8F-03F8-11EB-BD6E-5E912B13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9C7E7-64E3-8D81-4AB4-318B123B2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3B540-CF34-14E2-B853-9FCCB4BF7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B9D7AD-416F-F668-2951-09D71FEE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362E3-2218-D656-2354-FA1EFFB1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86E93-87E2-AE19-1D0B-A0CD9F03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111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DDE5-6B98-2964-C6BA-B08FEBAC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9FB1F-2E84-B41D-2CBE-B703D52A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DB2FB-327D-2443-EDAF-AA57836C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CAE2F-39B4-B506-CBCD-1840FBE1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23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0DD73-77A9-A971-C2ED-9247E180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2D677-7FED-A7FE-9F17-F87218E5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2E803-794A-416F-1513-D712A1EE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1025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2986-644C-12CF-F4A6-8C6A13D1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4BDA-DFA9-044B-ED6C-643C017B8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1C848-E28F-A23B-4904-179F89705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9B207-CCA0-B6C9-303F-871F54D3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47E58-097E-E032-05EA-F88FD79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4F974-25CD-FD38-852F-82CB2CBD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668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37E6-C4D9-3403-D631-58F83E2B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E97C4-B648-36F1-9C15-2CDE3FEEC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CF2C0-5EE6-8172-66BB-78FDD0B83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D82CF-3D90-8E0E-F94F-AEC624469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C812F-AB85-443D-B596-182B550F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F15C2-9B71-F680-AE54-8601E16D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160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3D54-53F7-500B-AA93-89CEE404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FFBDB-3DB7-BB0E-1F5D-2132BFDBD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914A1-5838-B9DF-82F6-CD04C9DC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D5F6E-D02D-231E-B0AF-B8E55665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572C8-EF7F-0703-6C15-E5F8AF8F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6D3FD-2578-25DA-B67D-EC191ED9F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1AB58-C320-9191-4293-206797D65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E596-E894-3316-EEDD-24F21987B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30DEA-50A3-EA87-8075-513B15DD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08855-2D6E-37CD-F8E2-48D58621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0216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118F8-9665-8F42-A4E8-7145CD35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21821-FF01-C7E2-AE98-015F24E02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43855-C01E-01CE-5CE8-27FC0A8BE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C54B8-36C2-4F92-BBC0-AEB7A8959040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CBB1E-B294-9334-4AA1-F30316022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75421-A9E4-788A-3B51-CD1F9C3FF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DCBFD-08EB-4A36-ACD5-8C376E04C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36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15ECC95-FAA5-8B83-B685-336265E3E5C7}"/>
              </a:ext>
            </a:extLst>
          </p:cNvPr>
          <p:cNvSpPr/>
          <p:nvPr/>
        </p:nvSpPr>
        <p:spPr>
          <a:xfrm>
            <a:off x="791019" y="468086"/>
            <a:ext cx="11128839" cy="6106886"/>
          </a:xfrm>
          <a:custGeom>
            <a:avLst/>
            <a:gdLst/>
            <a:ahLst/>
            <a:cxnLst/>
            <a:rect l="l" t="t" r="r" b="b"/>
            <a:pathLst>
              <a:path w="11128839" h="6106886">
                <a:moveTo>
                  <a:pt x="2153840" y="1738368"/>
                </a:moveTo>
                <a:lnTo>
                  <a:pt x="2153840" y="1826771"/>
                </a:lnTo>
                <a:lnTo>
                  <a:pt x="2222599" y="1826771"/>
                </a:lnTo>
                <a:cubicBezTo>
                  <a:pt x="2245816" y="1826771"/>
                  <a:pt x="2262187" y="1822654"/>
                  <a:pt x="2271712" y="1814419"/>
                </a:cubicBezTo>
                <a:cubicBezTo>
                  <a:pt x="2281237" y="1806184"/>
                  <a:pt x="2286000" y="1795121"/>
                  <a:pt x="2286000" y="1781230"/>
                </a:cubicBezTo>
                <a:cubicBezTo>
                  <a:pt x="2286000" y="1768332"/>
                  <a:pt x="2281287" y="1757963"/>
                  <a:pt x="2271861" y="1750125"/>
                </a:cubicBezTo>
                <a:cubicBezTo>
                  <a:pt x="2262435" y="1742287"/>
                  <a:pt x="2245915" y="1738368"/>
                  <a:pt x="2222301" y="1738368"/>
                </a:cubicBezTo>
                <a:close/>
                <a:moveTo>
                  <a:pt x="6534001" y="1597278"/>
                </a:moveTo>
                <a:lnTo>
                  <a:pt x="6582174" y="1754143"/>
                </a:lnTo>
                <a:lnTo>
                  <a:pt x="6486343" y="1754143"/>
                </a:lnTo>
                <a:close/>
                <a:moveTo>
                  <a:pt x="3247875" y="1597278"/>
                </a:moveTo>
                <a:lnTo>
                  <a:pt x="3200218" y="1754143"/>
                </a:lnTo>
                <a:lnTo>
                  <a:pt x="3296049" y="1754143"/>
                </a:lnTo>
                <a:close/>
                <a:moveTo>
                  <a:pt x="676126" y="1597278"/>
                </a:moveTo>
                <a:lnTo>
                  <a:pt x="628468" y="1754143"/>
                </a:lnTo>
                <a:lnTo>
                  <a:pt x="724300" y="1754143"/>
                </a:lnTo>
                <a:close/>
                <a:moveTo>
                  <a:pt x="4221063" y="1582991"/>
                </a:moveTo>
                <a:lnTo>
                  <a:pt x="4221063" y="1821414"/>
                </a:lnTo>
                <a:lnTo>
                  <a:pt x="4254103" y="1821414"/>
                </a:lnTo>
                <a:cubicBezTo>
                  <a:pt x="4282281" y="1821414"/>
                  <a:pt x="4302323" y="1818288"/>
                  <a:pt x="4314229" y="1812037"/>
                </a:cubicBezTo>
                <a:cubicBezTo>
                  <a:pt x="4326136" y="1805787"/>
                  <a:pt x="4335462" y="1794873"/>
                  <a:pt x="4342209" y="1779295"/>
                </a:cubicBezTo>
                <a:cubicBezTo>
                  <a:pt x="4348956" y="1763718"/>
                  <a:pt x="4352329" y="1738467"/>
                  <a:pt x="4352329" y="1703542"/>
                </a:cubicBezTo>
                <a:cubicBezTo>
                  <a:pt x="4352329" y="1657306"/>
                  <a:pt x="4344789" y="1625655"/>
                  <a:pt x="4329707" y="1608589"/>
                </a:cubicBezTo>
                <a:cubicBezTo>
                  <a:pt x="4314626" y="1591524"/>
                  <a:pt x="4289623" y="1582991"/>
                  <a:pt x="4254698" y="1582991"/>
                </a:cubicBezTo>
                <a:close/>
                <a:moveTo>
                  <a:pt x="134838" y="1582991"/>
                </a:moveTo>
                <a:lnTo>
                  <a:pt x="134838" y="1821414"/>
                </a:lnTo>
                <a:lnTo>
                  <a:pt x="167878" y="1821414"/>
                </a:lnTo>
                <a:cubicBezTo>
                  <a:pt x="196056" y="1821414"/>
                  <a:pt x="216098" y="1818288"/>
                  <a:pt x="228004" y="1812037"/>
                </a:cubicBezTo>
                <a:cubicBezTo>
                  <a:pt x="239911" y="1805787"/>
                  <a:pt x="249237" y="1794873"/>
                  <a:pt x="255984" y="1779295"/>
                </a:cubicBezTo>
                <a:cubicBezTo>
                  <a:pt x="262731" y="1763718"/>
                  <a:pt x="266104" y="1738467"/>
                  <a:pt x="266104" y="1703542"/>
                </a:cubicBezTo>
                <a:cubicBezTo>
                  <a:pt x="266104" y="1657306"/>
                  <a:pt x="258564" y="1625655"/>
                  <a:pt x="243482" y="1608589"/>
                </a:cubicBezTo>
                <a:cubicBezTo>
                  <a:pt x="228401" y="1591524"/>
                  <a:pt x="203398" y="1582991"/>
                  <a:pt x="168473" y="1582991"/>
                </a:cubicBezTo>
                <a:close/>
                <a:moveTo>
                  <a:pt x="7778650" y="1578824"/>
                </a:moveTo>
                <a:cubicBezTo>
                  <a:pt x="7807027" y="1578824"/>
                  <a:pt x="7829499" y="1588299"/>
                  <a:pt x="7846069" y="1607250"/>
                </a:cubicBezTo>
                <a:cubicBezTo>
                  <a:pt x="7862639" y="1626201"/>
                  <a:pt x="7870923" y="1656214"/>
                  <a:pt x="7870923" y="1697291"/>
                </a:cubicBezTo>
                <a:cubicBezTo>
                  <a:pt x="7870923" y="1746107"/>
                  <a:pt x="7862986" y="1779940"/>
                  <a:pt x="7847111" y="1798792"/>
                </a:cubicBezTo>
                <a:cubicBezTo>
                  <a:pt x="7831235" y="1817643"/>
                  <a:pt x="7808813" y="1827069"/>
                  <a:pt x="7779841" y="1827069"/>
                </a:cubicBezTo>
                <a:cubicBezTo>
                  <a:pt x="7751663" y="1827069"/>
                  <a:pt x="7729388" y="1817445"/>
                  <a:pt x="7713017" y="1798196"/>
                </a:cubicBezTo>
                <a:cubicBezTo>
                  <a:pt x="7696645" y="1778948"/>
                  <a:pt x="7688460" y="1747297"/>
                  <a:pt x="7688460" y="1703244"/>
                </a:cubicBezTo>
                <a:cubicBezTo>
                  <a:pt x="7688460" y="1658794"/>
                  <a:pt x="7696695" y="1626945"/>
                  <a:pt x="7713165" y="1607696"/>
                </a:cubicBezTo>
                <a:cubicBezTo>
                  <a:pt x="7729636" y="1588448"/>
                  <a:pt x="7751464" y="1578824"/>
                  <a:pt x="7778650" y="1578824"/>
                </a:cubicBezTo>
                <a:close/>
                <a:moveTo>
                  <a:pt x="2739926" y="1578824"/>
                </a:moveTo>
                <a:cubicBezTo>
                  <a:pt x="2712739" y="1578824"/>
                  <a:pt x="2690911" y="1588448"/>
                  <a:pt x="2674441" y="1607696"/>
                </a:cubicBezTo>
                <a:cubicBezTo>
                  <a:pt x="2657971" y="1626945"/>
                  <a:pt x="2649735" y="1658794"/>
                  <a:pt x="2649735" y="1703244"/>
                </a:cubicBezTo>
                <a:cubicBezTo>
                  <a:pt x="2649735" y="1747297"/>
                  <a:pt x="2657921" y="1778948"/>
                  <a:pt x="2674292" y="1798196"/>
                </a:cubicBezTo>
                <a:cubicBezTo>
                  <a:pt x="2690663" y="1817445"/>
                  <a:pt x="2712938" y="1827069"/>
                  <a:pt x="2741116" y="1827069"/>
                </a:cubicBezTo>
                <a:cubicBezTo>
                  <a:pt x="2770088" y="1827069"/>
                  <a:pt x="2792511" y="1817643"/>
                  <a:pt x="2808386" y="1798792"/>
                </a:cubicBezTo>
                <a:cubicBezTo>
                  <a:pt x="2824261" y="1779940"/>
                  <a:pt x="2832199" y="1746107"/>
                  <a:pt x="2832199" y="1697291"/>
                </a:cubicBezTo>
                <a:cubicBezTo>
                  <a:pt x="2832199" y="1656214"/>
                  <a:pt x="2823914" y="1626201"/>
                  <a:pt x="2807345" y="1607250"/>
                </a:cubicBezTo>
                <a:cubicBezTo>
                  <a:pt x="2790775" y="1588299"/>
                  <a:pt x="2768302" y="1578824"/>
                  <a:pt x="2739926" y="1578824"/>
                </a:cubicBezTo>
                <a:close/>
                <a:moveTo>
                  <a:pt x="2153840" y="1572573"/>
                </a:moveTo>
                <a:lnTo>
                  <a:pt x="2153840" y="1655321"/>
                </a:lnTo>
                <a:lnTo>
                  <a:pt x="2212478" y="1655321"/>
                </a:lnTo>
                <a:cubicBezTo>
                  <a:pt x="2233513" y="1655321"/>
                  <a:pt x="2248148" y="1651700"/>
                  <a:pt x="2256383" y="1644457"/>
                </a:cubicBezTo>
                <a:cubicBezTo>
                  <a:pt x="2264618" y="1637214"/>
                  <a:pt x="2268736" y="1626746"/>
                  <a:pt x="2268736" y="1613054"/>
                </a:cubicBezTo>
                <a:cubicBezTo>
                  <a:pt x="2268736" y="1600354"/>
                  <a:pt x="2264618" y="1590432"/>
                  <a:pt x="2256383" y="1583289"/>
                </a:cubicBezTo>
                <a:cubicBezTo>
                  <a:pt x="2248148" y="1576145"/>
                  <a:pt x="2233811" y="1572573"/>
                  <a:pt x="2213371" y="1572573"/>
                </a:cubicBezTo>
                <a:close/>
                <a:moveTo>
                  <a:pt x="5488483" y="1572276"/>
                </a:moveTo>
                <a:lnTo>
                  <a:pt x="5547717" y="1572276"/>
                </a:lnTo>
                <a:cubicBezTo>
                  <a:pt x="5572323" y="1572276"/>
                  <a:pt x="5589091" y="1576046"/>
                  <a:pt x="5598020" y="1583586"/>
                </a:cubicBezTo>
                <a:cubicBezTo>
                  <a:pt x="5606950" y="1591127"/>
                  <a:pt x="5611415" y="1601942"/>
                  <a:pt x="5611415" y="1616031"/>
                </a:cubicBezTo>
                <a:cubicBezTo>
                  <a:pt x="5611415" y="1625556"/>
                  <a:pt x="5608587" y="1633989"/>
                  <a:pt x="5602932" y="1641332"/>
                </a:cubicBezTo>
                <a:cubicBezTo>
                  <a:pt x="5597276" y="1648674"/>
                  <a:pt x="5589984" y="1653238"/>
                  <a:pt x="5581054" y="1655024"/>
                </a:cubicBezTo>
                <a:cubicBezTo>
                  <a:pt x="5563393" y="1658993"/>
                  <a:pt x="5551487" y="1660977"/>
                  <a:pt x="5545335" y="1660977"/>
                </a:cubicBezTo>
                <a:lnTo>
                  <a:pt x="5488483" y="1660977"/>
                </a:lnTo>
                <a:close/>
                <a:moveTo>
                  <a:pt x="3707308" y="1572276"/>
                </a:moveTo>
                <a:lnTo>
                  <a:pt x="3707308" y="1660977"/>
                </a:lnTo>
                <a:lnTo>
                  <a:pt x="3764160" y="1660977"/>
                </a:lnTo>
                <a:cubicBezTo>
                  <a:pt x="3770312" y="1660977"/>
                  <a:pt x="3782218" y="1658993"/>
                  <a:pt x="3799880" y="1655024"/>
                </a:cubicBezTo>
                <a:cubicBezTo>
                  <a:pt x="3808809" y="1653238"/>
                  <a:pt x="3816102" y="1648674"/>
                  <a:pt x="3821757" y="1641332"/>
                </a:cubicBezTo>
                <a:cubicBezTo>
                  <a:pt x="3827413" y="1633989"/>
                  <a:pt x="3830240" y="1625556"/>
                  <a:pt x="3830240" y="1616031"/>
                </a:cubicBezTo>
                <a:cubicBezTo>
                  <a:pt x="3830240" y="1601942"/>
                  <a:pt x="3825775" y="1591127"/>
                  <a:pt x="3816846" y="1583586"/>
                </a:cubicBezTo>
                <a:cubicBezTo>
                  <a:pt x="3807916" y="1576046"/>
                  <a:pt x="3791148" y="1572276"/>
                  <a:pt x="3766542" y="1572276"/>
                </a:cubicBezTo>
                <a:close/>
                <a:moveTo>
                  <a:pt x="8114406" y="1484169"/>
                </a:moveTo>
                <a:lnTo>
                  <a:pt x="8114406" y="1920533"/>
                </a:lnTo>
                <a:lnTo>
                  <a:pt x="8241207" y="1920533"/>
                </a:lnTo>
                <a:lnTo>
                  <a:pt x="8241207" y="1680939"/>
                </a:lnTo>
                <a:lnTo>
                  <a:pt x="8404621" y="1920533"/>
                </a:lnTo>
                <a:lnTo>
                  <a:pt x="8531720" y="1920533"/>
                </a:lnTo>
                <a:lnTo>
                  <a:pt x="8531720" y="1484169"/>
                </a:lnTo>
                <a:lnTo>
                  <a:pt x="8404621" y="1484169"/>
                </a:lnTo>
                <a:lnTo>
                  <a:pt x="8404621" y="1725587"/>
                </a:lnTo>
                <a:lnTo>
                  <a:pt x="8240315" y="1484169"/>
                </a:lnTo>
                <a:close/>
                <a:moveTo>
                  <a:pt x="7299721" y="1484169"/>
                </a:moveTo>
                <a:lnTo>
                  <a:pt x="7299721" y="1920533"/>
                </a:lnTo>
                <a:lnTo>
                  <a:pt x="7434857" y="1920533"/>
                </a:lnTo>
                <a:lnTo>
                  <a:pt x="7434857" y="1484169"/>
                </a:lnTo>
                <a:close/>
                <a:moveTo>
                  <a:pt x="6787455" y="1484169"/>
                </a:moveTo>
                <a:lnTo>
                  <a:pt x="6787455" y="1591921"/>
                </a:lnTo>
                <a:lnTo>
                  <a:pt x="6924972" y="1591921"/>
                </a:lnTo>
                <a:lnTo>
                  <a:pt x="6924972" y="1920533"/>
                </a:lnTo>
                <a:lnTo>
                  <a:pt x="7059810" y="1920533"/>
                </a:lnTo>
                <a:lnTo>
                  <a:pt x="7059810" y="1591921"/>
                </a:lnTo>
                <a:lnTo>
                  <a:pt x="7197327" y="1591921"/>
                </a:lnTo>
                <a:lnTo>
                  <a:pt x="7197327" y="1484169"/>
                </a:lnTo>
                <a:close/>
                <a:moveTo>
                  <a:pt x="6462112" y="1484169"/>
                </a:moveTo>
                <a:lnTo>
                  <a:pt x="6298108" y="1920533"/>
                </a:lnTo>
                <a:lnTo>
                  <a:pt x="6435788" y="1920533"/>
                </a:lnTo>
                <a:lnTo>
                  <a:pt x="6457056" y="1848500"/>
                </a:lnTo>
                <a:lnTo>
                  <a:pt x="6610145" y="1848500"/>
                </a:lnTo>
                <a:lnTo>
                  <a:pt x="6631971" y="1920533"/>
                </a:lnTo>
                <a:lnTo>
                  <a:pt x="6773167" y="1920533"/>
                </a:lnTo>
                <a:lnTo>
                  <a:pt x="6609191" y="1484169"/>
                </a:lnTo>
                <a:close/>
                <a:moveTo>
                  <a:pt x="5865316" y="1484169"/>
                </a:moveTo>
                <a:lnTo>
                  <a:pt x="5865316" y="1920533"/>
                </a:lnTo>
                <a:lnTo>
                  <a:pt x="6233219" y="1920533"/>
                </a:lnTo>
                <a:lnTo>
                  <a:pt x="6233219" y="1821711"/>
                </a:lnTo>
                <a:lnTo>
                  <a:pt x="6000452" y="1821711"/>
                </a:lnTo>
                <a:lnTo>
                  <a:pt x="6000452" y="1735689"/>
                </a:lnTo>
                <a:lnTo>
                  <a:pt x="6210299" y="1735689"/>
                </a:lnTo>
                <a:lnTo>
                  <a:pt x="6210299" y="1646690"/>
                </a:lnTo>
                <a:lnTo>
                  <a:pt x="6000452" y="1646690"/>
                </a:lnTo>
                <a:lnTo>
                  <a:pt x="6000452" y="1577335"/>
                </a:lnTo>
                <a:lnTo>
                  <a:pt x="6226670" y="1577335"/>
                </a:lnTo>
                <a:lnTo>
                  <a:pt x="6226670" y="1484169"/>
                </a:lnTo>
                <a:close/>
                <a:moveTo>
                  <a:pt x="5353049" y="1484169"/>
                </a:moveTo>
                <a:lnTo>
                  <a:pt x="5353049" y="1920533"/>
                </a:lnTo>
                <a:lnTo>
                  <a:pt x="5488483" y="1920533"/>
                </a:lnTo>
                <a:lnTo>
                  <a:pt x="5488483" y="1743428"/>
                </a:lnTo>
                <a:lnTo>
                  <a:pt x="5500389" y="1743428"/>
                </a:lnTo>
                <a:cubicBezTo>
                  <a:pt x="5512693" y="1743428"/>
                  <a:pt x="5523706" y="1746801"/>
                  <a:pt x="5533429" y="1753548"/>
                </a:cubicBezTo>
                <a:cubicBezTo>
                  <a:pt x="5540573" y="1758707"/>
                  <a:pt x="5548709" y="1769919"/>
                  <a:pt x="5557837" y="1787183"/>
                </a:cubicBezTo>
                <a:lnTo>
                  <a:pt x="5629912" y="1920533"/>
                </a:lnTo>
                <a:lnTo>
                  <a:pt x="5782270" y="1920533"/>
                </a:lnTo>
                <a:lnTo>
                  <a:pt x="5716971" y="1794090"/>
                </a:lnTo>
                <a:cubicBezTo>
                  <a:pt x="5713799" y="1787733"/>
                  <a:pt x="5707504" y="1778696"/>
                  <a:pt x="5698084" y="1766977"/>
                </a:cubicBezTo>
                <a:cubicBezTo>
                  <a:pt x="5688664" y="1755259"/>
                  <a:pt x="5681476" y="1747612"/>
                  <a:pt x="5676518" y="1744037"/>
                </a:cubicBezTo>
                <a:cubicBezTo>
                  <a:pt x="5669179" y="1738676"/>
                  <a:pt x="5657479" y="1733314"/>
                  <a:pt x="5641418" y="1727950"/>
                </a:cubicBezTo>
                <a:cubicBezTo>
                  <a:pt x="5661472" y="1723386"/>
                  <a:pt x="5677258" y="1717631"/>
                  <a:pt x="5688773" y="1710685"/>
                </a:cubicBezTo>
                <a:cubicBezTo>
                  <a:pt x="5706840" y="1699771"/>
                  <a:pt x="5721036" y="1685534"/>
                  <a:pt x="5731361" y="1667972"/>
                </a:cubicBezTo>
                <a:cubicBezTo>
                  <a:pt x="5741686" y="1650410"/>
                  <a:pt x="5746849" y="1629525"/>
                  <a:pt x="5746849" y="1605315"/>
                </a:cubicBezTo>
                <a:cubicBezTo>
                  <a:pt x="5746849" y="1577534"/>
                  <a:pt x="5740102" y="1553969"/>
                  <a:pt x="5726608" y="1534622"/>
                </a:cubicBezTo>
                <a:cubicBezTo>
                  <a:pt x="5713114" y="1515274"/>
                  <a:pt x="5695354" y="1502028"/>
                  <a:pt x="5673328" y="1494885"/>
                </a:cubicBezTo>
                <a:cubicBezTo>
                  <a:pt x="5651301" y="1487741"/>
                  <a:pt x="5619452" y="1484169"/>
                  <a:pt x="5577780" y="1484169"/>
                </a:cubicBezTo>
                <a:close/>
                <a:moveTo>
                  <a:pt x="4086225" y="1484169"/>
                </a:moveTo>
                <a:lnTo>
                  <a:pt x="4286547" y="1484169"/>
                </a:lnTo>
                <a:cubicBezTo>
                  <a:pt x="4326036" y="1484169"/>
                  <a:pt x="4357935" y="1489527"/>
                  <a:pt x="4382244" y="1500243"/>
                </a:cubicBezTo>
                <a:cubicBezTo>
                  <a:pt x="4406553" y="1510958"/>
                  <a:pt x="4426644" y="1526337"/>
                  <a:pt x="4442519" y="1546379"/>
                </a:cubicBezTo>
                <a:cubicBezTo>
                  <a:pt x="4458394" y="1566421"/>
                  <a:pt x="4469904" y="1589738"/>
                  <a:pt x="4477047" y="1616328"/>
                </a:cubicBezTo>
                <a:cubicBezTo>
                  <a:pt x="4484191" y="1642919"/>
                  <a:pt x="4487763" y="1671097"/>
                  <a:pt x="4487763" y="1700863"/>
                </a:cubicBezTo>
                <a:cubicBezTo>
                  <a:pt x="4487763" y="1747496"/>
                  <a:pt x="4482455" y="1783661"/>
                  <a:pt x="4471838" y="1809359"/>
                </a:cubicBezTo>
                <a:cubicBezTo>
                  <a:pt x="4461222" y="1835056"/>
                  <a:pt x="4446488" y="1856587"/>
                  <a:pt x="4427636" y="1873950"/>
                </a:cubicBezTo>
                <a:cubicBezTo>
                  <a:pt x="4408785" y="1891313"/>
                  <a:pt x="4388544" y="1902872"/>
                  <a:pt x="4366915" y="1908627"/>
                </a:cubicBezTo>
                <a:cubicBezTo>
                  <a:pt x="4337347" y="1916564"/>
                  <a:pt x="4310558" y="1920533"/>
                  <a:pt x="4286547" y="1920533"/>
                </a:cubicBezTo>
                <a:lnTo>
                  <a:pt x="4086225" y="1920533"/>
                </a:lnTo>
                <a:close/>
                <a:moveTo>
                  <a:pt x="3571875" y="1484169"/>
                </a:moveTo>
                <a:lnTo>
                  <a:pt x="3796605" y="1484169"/>
                </a:lnTo>
                <a:cubicBezTo>
                  <a:pt x="3838277" y="1484169"/>
                  <a:pt x="3870126" y="1487741"/>
                  <a:pt x="3892153" y="1494885"/>
                </a:cubicBezTo>
                <a:cubicBezTo>
                  <a:pt x="3914179" y="1502028"/>
                  <a:pt x="3931939" y="1515274"/>
                  <a:pt x="3945433" y="1534622"/>
                </a:cubicBezTo>
                <a:cubicBezTo>
                  <a:pt x="3958927" y="1553969"/>
                  <a:pt x="3965674" y="1577534"/>
                  <a:pt x="3965674" y="1605315"/>
                </a:cubicBezTo>
                <a:cubicBezTo>
                  <a:pt x="3965674" y="1629525"/>
                  <a:pt x="3960511" y="1650410"/>
                  <a:pt x="3950186" y="1667972"/>
                </a:cubicBezTo>
                <a:cubicBezTo>
                  <a:pt x="3939861" y="1685534"/>
                  <a:pt x="3925666" y="1699771"/>
                  <a:pt x="3907599" y="1710685"/>
                </a:cubicBezTo>
                <a:cubicBezTo>
                  <a:pt x="3896083" y="1717631"/>
                  <a:pt x="3880298" y="1723386"/>
                  <a:pt x="3860243" y="1727950"/>
                </a:cubicBezTo>
                <a:cubicBezTo>
                  <a:pt x="3876304" y="1733314"/>
                  <a:pt x="3888004" y="1738676"/>
                  <a:pt x="3895343" y="1744037"/>
                </a:cubicBezTo>
                <a:cubicBezTo>
                  <a:pt x="3900301" y="1747612"/>
                  <a:pt x="3907490" y="1755259"/>
                  <a:pt x="3916910" y="1766977"/>
                </a:cubicBezTo>
                <a:cubicBezTo>
                  <a:pt x="3926329" y="1778696"/>
                  <a:pt x="3932625" y="1787733"/>
                  <a:pt x="3935797" y="1794090"/>
                </a:cubicBezTo>
                <a:lnTo>
                  <a:pt x="4001095" y="1920533"/>
                </a:lnTo>
                <a:lnTo>
                  <a:pt x="3848737" y="1920533"/>
                </a:lnTo>
                <a:lnTo>
                  <a:pt x="3776662" y="1787183"/>
                </a:lnTo>
                <a:cubicBezTo>
                  <a:pt x="3767534" y="1769919"/>
                  <a:pt x="3759398" y="1758707"/>
                  <a:pt x="3752255" y="1753548"/>
                </a:cubicBezTo>
                <a:cubicBezTo>
                  <a:pt x="3742531" y="1746801"/>
                  <a:pt x="3731517" y="1743428"/>
                  <a:pt x="3719215" y="1743428"/>
                </a:cubicBezTo>
                <a:lnTo>
                  <a:pt x="3707308" y="1743428"/>
                </a:lnTo>
                <a:lnTo>
                  <a:pt x="3707308" y="1920533"/>
                </a:lnTo>
                <a:lnTo>
                  <a:pt x="3571875" y="1920533"/>
                </a:lnTo>
                <a:close/>
                <a:moveTo>
                  <a:pt x="3175987" y="1484169"/>
                </a:moveTo>
                <a:lnTo>
                  <a:pt x="3323066" y="1484169"/>
                </a:lnTo>
                <a:lnTo>
                  <a:pt x="3487043" y="1920533"/>
                </a:lnTo>
                <a:lnTo>
                  <a:pt x="3345846" y="1920533"/>
                </a:lnTo>
                <a:lnTo>
                  <a:pt x="3324020" y="1848500"/>
                </a:lnTo>
                <a:lnTo>
                  <a:pt x="3170931" y="1848500"/>
                </a:lnTo>
                <a:lnTo>
                  <a:pt x="3149663" y="1920533"/>
                </a:lnTo>
                <a:lnTo>
                  <a:pt x="3011983" y="1920533"/>
                </a:lnTo>
                <a:close/>
                <a:moveTo>
                  <a:pt x="2017811" y="1484169"/>
                </a:moveTo>
                <a:lnTo>
                  <a:pt x="2270224" y="1484169"/>
                </a:lnTo>
                <a:cubicBezTo>
                  <a:pt x="2312292" y="1484169"/>
                  <a:pt x="2344588" y="1494587"/>
                  <a:pt x="2367111" y="1515423"/>
                </a:cubicBezTo>
                <a:cubicBezTo>
                  <a:pt x="2389633" y="1536259"/>
                  <a:pt x="2400895" y="1562056"/>
                  <a:pt x="2400895" y="1592814"/>
                </a:cubicBezTo>
                <a:cubicBezTo>
                  <a:pt x="2400895" y="1618611"/>
                  <a:pt x="2392858" y="1640736"/>
                  <a:pt x="2376785" y="1659191"/>
                </a:cubicBezTo>
                <a:cubicBezTo>
                  <a:pt x="2366069" y="1671494"/>
                  <a:pt x="2350393" y="1681218"/>
                  <a:pt x="2329755" y="1688361"/>
                </a:cubicBezTo>
                <a:cubicBezTo>
                  <a:pt x="2361108" y="1695902"/>
                  <a:pt x="2384177" y="1708850"/>
                  <a:pt x="2398960" y="1727205"/>
                </a:cubicBezTo>
                <a:cubicBezTo>
                  <a:pt x="2413744" y="1745561"/>
                  <a:pt x="2421136" y="1768629"/>
                  <a:pt x="2421136" y="1796410"/>
                </a:cubicBezTo>
                <a:cubicBezTo>
                  <a:pt x="2421136" y="1819032"/>
                  <a:pt x="2415877" y="1839372"/>
                  <a:pt x="2405360" y="1857430"/>
                </a:cubicBezTo>
                <a:cubicBezTo>
                  <a:pt x="2394842" y="1875488"/>
                  <a:pt x="2380456" y="1889775"/>
                  <a:pt x="2362199" y="1900293"/>
                </a:cubicBezTo>
                <a:cubicBezTo>
                  <a:pt x="2350889" y="1906841"/>
                  <a:pt x="2333823" y="1911603"/>
                  <a:pt x="2311003" y="1914580"/>
                </a:cubicBezTo>
                <a:cubicBezTo>
                  <a:pt x="2280642" y="1918549"/>
                  <a:pt x="2260501" y="1920533"/>
                  <a:pt x="2250579" y="1920533"/>
                </a:cubicBezTo>
                <a:lnTo>
                  <a:pt x="2017811" y="1920533"/>
                </a:lnTo>
                <a:close/>
                <a:moveTo>
                  <a:pt x="1475184" y="1484169"/>
                </a:moveTo>
                <a:lnTo>
                  <a:pt x="1610022" y="1484169"/>
                </a:lnTo>
                <a:lnTo>
                  <a:pt x="1610022" y="1636867"/>
                </a:lnTo>
                <a:lnTo>
                  <a:pt x="1757362" y="1636867"/>
                </a:lnTo>
                <a:lnTo>
                  <a:pt x="1757362" y="1484169"/>
                </a:lnTo>
                <a:lnTo>
                  <a:pt x="1892796" y="1484169"/>
                </a:lnTo>
                <a:lnTo>
                  <a:pt x="1892796" y="1920533"/>
                </a:lnTo>
                <a:lnTo>
                  <a:pt x="1757362" y="1920533"/>
                </a:lnTo>
                <a:lnTo>
                  <a:pt x="1757362" y="1744023"/>
                </a:lnTo>
                <a:lnTo>
                  <a:pt x="1610022" y="1744023"/>
                </a:lnTo>
                <a:lnTo>
                  <a:pt x="1610022" y="1920533"/>
                </a:lnTo>
                <a:lnTo>
                  <a:pt x="1475184" y="1920533"/>
                </a:lnTo>
                <a:close/>
                <a:moveTo>
                  <a:pt x="604237" y="1484169"/>
                </a:moveTo>
                <a:lnTo>
                  <a:pt x="751317" y="1484169"/>
                </a:lnTo>
                <a:lnTo>
                  <a:pt x="915293" y="1920533"/>
                </a:lnTo>
                <a:lnTo>
                  <a:pt x="774097" y="1920533"/>
                </a:lnTo>
                <a:lnTo>
                  <a:pt x="752270" y="1848500"/>
                </a:lnTo>
                <a:lnTo>
                  <a:pt x="599182" y="1848500"/>
                </a:lnTo>
                <a:lnTo>
                  <a:pt x="577913" y="1920533"/>
                </a:lnTo>
                <a:lnTo>
                  <a:pt x="440233" y="1920533"/>
                </a:lnTo>
                <a:close/>
                <a:moveTo>
                  <a:pt x="0" y="1484169"/>
                </a:moveTo>
                <a:lnTo>
                  <a:pt x="200322" y="1484169"/>
                </a:lnTo>
                <a:cubicBezTo>
                  <a:pt x="239811" y="1484169"/>
                  <a:pt x="271710" y="1489527"/>
                  <a:pt x="296019" y="1500243"/>
                </a:cubicBezTo>
                <a:cubicBezTo>
                  <a:pt x="320327" y="1510958"/>
                  <a:pt x="340419" y="1526337"/>
                  <a:pt x="356294" y="1546379"/>
                </a:cubicBezTo>
                <a:cubicBezTo>
                  <a:pt x="372169" y="1566421"/>
                  <a:pt x="383679" y="1589738"/>
                  <a:pt x="390822" y="1616328"/>
                </a:cubicBezTo>
                <a:cubicBezTo>
                  <a:pt x="397966" y="1642919"/>
                  <a:pt x="401538" y="1671097"/>
                  <a:pt x="401538" y="1700863"/>
                </a:cubicBezTo>
                <a:cubicBezTo>
                  <a:pt x="401538" y="1747496"/>
                  <a:pt x="396230" y="1783661"/>
                  <a:pt x="385613" y="1809359"/>
                </a:cubicBezTo>
                <a:cubicBezTo>
                  <a:pt x="374997" y="1835056"/>
                  <a:pt x="360263" y="1856587"/>
                  <a:pt x="341411" y="1873950"/>
                </a:cubicBezTo>
                <a:cubicBezTo>
                  <a:pt x="322560" y="1891313"/>
                  <a:pt x="302319" y="1902872"/>
                  <a:pt x="280689" y="1908627"/>
                </a:cubicBezTo>
                <a:cubicBezTo>
                  <a:pt x="251122" y="1916564"/>
                  <a:pt x="224333" y="1920533"/>
                  <a:pt x="200322" y="1920533"/>
                </a:cubicBezTo>
                <a:lnTo>
                  <a:pt x="0" y="1920533"/>
                </a:lnTo>
                <a:close/>
                <a:moveTo>
                  <a:pt x="7778947" y="1476728"/>
                </a:moveTo>
                <a:cubicBezTo>
                  <a:pt x="7708105" y="1476728"/>
                  <a:pt x="7652841" y="1496571"/>
                  <a:pt x="7613153" y="1536259"/>
                </a:cubicBezTo>
                <a:cubicBezTo>
                  <a:pt x="7573465" y="1575946"/>
                  <a:pt x="7553622" y="1631410"/>
                  <a:pt x="7553622" y="1702649"/>
                </a:cubicBezTo>
                <a:cubicBezTo>
                  <a:pt x="7553622" y="1753647"/>
                  <a:pt x="7563643" y="1796113"/>
                  <a:pt x="7583685" y="1830046"/>
                </a:cubicBezTo>
                <a:cubicBezTo>
                  <a:pt x="7603727" y="1863978"/>
                  <a:pt x="7629871" y="1888783"/>
                  <a:pt x="7662117" y="1904460"/>
                </a:cubicBezTo>
                <a:cubicBezTo>
                  <a:pt x="7694364" y="1920136"/>
                  <a:pt x="7735093" y="1927975"/>
                  <a:pt x="7784305" y="1927975"/>
                </a:cubicBezTo>
                <a:cubicBezTo>
                  <a:pt x="7832724" y="1927975"/>
                  <a:pt x="7873156" y="1918896"/>
                  <a:pt x="7905601" y="1900739"/>
                </a:cubicBezTo>
                <a:cubicBezTo>
                  <a:pt x="7938045" y="1882582"/>
                  <a:pt x="7962849" y="1857182"/>
                  <a:pt x="7980015" y="1824539"/>
                </a:cubicBezTo>
                <a:cubicBezTo>
                  <a:pt x="7997179" y="1791896"/>
                  <a:pt x="8005761" y="1750075"/>
                  <a:pt x="8005761" y="1699077"/>
                </a:cubicBezTo>
                <a:cubicBezTo>
                  <a:pt x="8005761" y="1628830"/>
                  <a:pt x="7986117" y="1574210"/>
                  <a:pt x="7946825" y="1535217"/>
                </a:cubicBezTo>
                <a:cubicBezTo>
                  <a:pt x="7907535" y="1496224"/>
                  <a:pt x="7851575" y="1476728"/>
                  <a:pt x="7778947" y="1476728"/>
                </a:cubicBezTo>
                <a:close/>
                <a:moveTo>
                  <a:pt x="5041701" y="1476728"/>
                </a:moveTo>
                <a:cubicBezTo>
                  <a:pt x="4971454" y="1476728"/>
                  <a:pt x="4917132" y="1496113"/>
                  <a:pt x="4878734" y="1534882"/>
                </a:cubicBezTo>
                <a:cubicBezTo>
                  <a:pt x="4840337" y="1573652"/>
                  <a:pt x="4821138" y="1629128"/>
                  <a:pt x="4821138" y="1701309"/>
                </a:cubicBezTo>
                <a:cubicBezTo>
                  <a:pt x="4821138" y="1755449"/>
                  <a:pt x="4832052" y="1799870"/>
                  <a:pt x="4853880" y="1834573"/>
                </a:cubicBezTo>
                <a:cubicBezTo>
                  <a:pt x="4875708" y="1869277"/>
                  <a:pt x="4901654" y="1893519"/>
                  <a:pt x="4931717" y="1907301"/>
                </a:cubicBezTo>
                <a:cubicBezTo>
                  <a:pt x="4961780" y="1921084"/>
                  <a:pt x="5000525" y="1927975"/>
                  <a:pt x="5047952" y="1927975"/>
                </a:cubicBezTo>
                <a:cubicBezTo>
                  <a:pt x="5087044" y="1927975"/>
                  <a:pt x="5119240" y="1922319"/>
                  <a:pt x="5144541" y="1911008"/>
                </a:cubicBezTo>
                <a:cubicBezTo>
                  <a:pt x="5169842" y="1899697"/>
                  <a:pt x="5191025" y="1882929"/>
                  <a:pt x="5208091" y="1860704"/>
                </a:cubicBezTo>
                <a:cubicBezTo>
                  <a:pt x="5225157" y="1838479"/>
                  <a:pt x="5237658" y="1810797"/>
                  <a:pt x="5245595" y="1777658"/>
                </a:cubicBezTo>
                <a:lnTo>
                  <a:pt x="5127426" y="1741939"/>
                </a:lnTo>
                <a:cubicBezTo>
                  <a:pt x="5121473" y="1769522"/>
                  <a:pt x="5111898" y="1790557"/>
                  <a:pt x="5098702" y="1805043"/>
                </a:cubicBezTo>
                <a:cubicBezTo>
                  <a:pt x="5085506" y="1819528"/>
                  <a:pt x="5066009" y="1826771"/>
                  <a:pt x="5040213" y="1826771"/>
                </a:cubicBezTo>
                <a:cubicBezTo>
                  <a:pt x="5013622" y="1826771"/>
                  <a:pt x="4992985" y="1817803"/>
                  <a:pt x="4978300" y="1799866"/>
                </a:cubicBezTo>
                <a:cubicBezTo>
                  <a:pt x="4963616" y="1781929"/>
                  <a:pt x="4956274" y="1748780"/>
                  <a:pt x="4956274" y="1700416"/>
                </a:cubicBezTo>
                <a:cubicBezTo>
                  <a:pt x="4956274" y="1661374"/>
                  <a:pt x="4962425" y="1632735"/>
                  <a:pt x="4974728" y="1614501"/>
                </a:cubicBezTo>
                <a:cubicBezTo>
                  <a:pt x="4991000" y="1589922"/>
                  <a:pt x="5014416" y="1577633"/>
                  <a:pt x="5044975" y="1577633"/>
                </a:cubicBezTo>
                <a:cubicBezTo>
                  <a:pt x="5058469" y="1577633"/>
                  <a:pt x="5070673" y="1580411"/>
                  <a:pt x="5081587" y="1585968"/>
                </a:cubicBezTo>
                <a:cubicBezTo>
                  <a:pt x="5092501" y="1591524"/>
                  <a:pt x="5101728" y="1599461"/>
                  <a:pt x="5109269" y="1609780"/>
                </a:cubicBezTo>
                <a:cubicBezTo>
                  <a:pt x="5113833" y="1615932"/>
                  <a:pt x="5118199" y="1625655"/>
                  <a:pt x="5122366" y="1638950"/>
                </a:cubicBezTo>
                <a:lnTo>
                  <a:pt x="5241428" y="1612459"/>
                </a:lnTo>
                <a:cubicBezTo>
                  <a:pt x="5226148" y="1566421"/>
                  <a:pt x="5202782" y="1532290"/>
                  <a:pt x="5171330" y="1510065"/>
                </a:cubicBezTo>
                <a:cubicBezTo>
                  <a:pt x="5139878" y="1487840"/>
                  <a:pt x="5096668" y="1476728"/>
                  <a:pt x="5041701" y="1476728"/>
                </a:cubicBezTo>
                <a:close/>
                <a:moveTo>
                  <a:pt x="2740223" y="1476728"/>
                </a:moveTo>
                <a:cubicBezTo>
                  <a:pt x="2812851" y="1476728"/>
                  <a:pt x="2868810" y="1496224"/>
                  <a:pt x="2908101" y="1535217"/>
                </a:cubicBezTo>
                <a:cubicBezTo>
                  <a:pt x="2947391" y="1574210"/>
                  <a:pt x="2967037" y="1628830"/>
                  <a:pt x="2967037" y="1699077"/>
                </a:cubicBezTo>
                <a:cubicBezTo>
                  <a:pt x="2967037" y="1750075"/>
                  <a:pt x="2958455" y="1791896"/>
                  <a:pt x="2941290" y="1824539"/>
                </a:cubicBezTo>
                <a:cubicBezTo>
                  <a:pt x="2924125" y="1857182"/>
                  <a:pt x="2899320" y="1882582"/>
                  <a:pt x="2866876" y="1900739"/>
                </a:cubicBezTo>
                <a:cubicBezTo>
                  <a:pt x="2834431" y="1918896"/>
                  <a:pt x="2794000" y="1927975"/>
                  <a:pt x="2745581" y="1927975"/>
                </a:cubicBezTo>
                <a:cubicBezTo>
                  <a:pt x="2696368" y="1927975"/>
                  <a:pt x="2655639" y="1920136"/>
                  <a:pt x="2623393" y="1904460"/>
                </a:cubicBezTo>
                <a:cubicBezTo>
                  <a:pt x="2591147" y="1888783"/>
                  <a:pt x="2565002" y="1863978"/>
                  <a:pt x="2544960" y="1830046"/>
                </a:cubicBezTo>
                <a:cubicBezTo>
                  <a:pt x="2524918" y="1796113"/>
                  <a:pt x="2514897" y="1753647"/>
                  <a:pt x="2514897" y="1702649"/>
                </a:cubicBezTo>
                <a:cubicBezTo>
                  <a:pt x="2514897" y="1631410"/>
                  <a:pt x="2534741" y="1575946"/>
                  <a:pt x="2574428" y="1536259"/>
                </a:cubicBezTo>
                <a:cubicBezTo>
                  <a:pt x="2614116" y="1496571"/>
                  <a:pt x="2669381" y="1476728"/>
                  <a:pt x="2740223" y="1476728"/>
                </a:cubicBezTo>
                <a:close/>
                <a:moveTo>
                  <a:pt x="1176635" y="1476728"/>
                </a:moveTo>
                <a:cubicBezTo>
                  <a:pt x="1232396" y="1476728"/>
                  <a:pt x="1274911" y="1487096"/>
                  <a:pt x="1304180" y="1507833"/>
                </a:cubicBezTo>
                <a:cubicBezTo>
                  <a:pt x="1333450" y="1528569"/>
                  <a:pt x="1350863" y="1561560"/>
                  <a:pt x="1356419" y="1606803"/>
                </a:cubicBezTo>
                <a:lnTo>
                  <a:pt x="1229320" y="1614245"/>
                </a:lnTo>
                <a:cubicBezTo>
                  <a:pt x="1225947" y="1594600"/>
                  <a:pt x="1218852" y="1580312"/>
                  <a:pt x="1208038" y="1571382"/>
                </a:cubicBezTo>
                <a:cubicBezTo>
                  <a:pt x="1197223" y="1562453"/>
                  <a:pt x="1182290" y="1557988"/>
                  <a:pt x="1163240" y="1557988"/>
                </a:cubicBezTo>
                <a:cubicBezTo>
                  <a:pt x="1147564" y="1557988"/>
                  <a:pt x="1135757" y="1561312"/>
                  <a:pt x="1127819" y="1567959"/>
                </a:cubicBezTo>
                <a:cubicBezTo>
                  <a:pt x="1119882" y="1574607"/>
                  <a:pt x="1115913" y="1582693"/>
                  <a:pt x="1115913" y="1592218"/>
                </a:cubicBezTo>
                <a:cubicBezTo>
                  <a:pt x="1115913" y="1599164"/>
                  <a:pt x="1119187" y="1605414"/>
                  <a:pt x="1125736" y="1610971"/>
                </a:cubicBezTo>
                <a:cubicBezTo>
                  <a:pt x="1132086" y="1616725"/>
                  <a:pt x="1147166" y="1622083"/>
                  <a:pt x="1170979" y="1627044"/>
                </a:cubicBezTo>
                <a:cubicBezTo>
                  <a:pt x="1229915" y="1639744"/>
                  <a:pt x="1272133" y="1652593"/>
                  <a:pt x="1297632" y="1665591"/>
                </a:cubicBezTo>
                <a:cubicBezTo>
                  <a:pt x="1323131" y="1678588"/>
                  <a:pt x="1341685" y="1694711"/>
                  <a:pt x="1353294" y="1713960"/>
                </a:cubicBezTo>
                <a:cubicBezTo>
                  <a:pt x="1364903" y="1733208"/>
                  <a:pt x="1370707" y="1754739"/>
                  <a:pt x="1370707" y="1778551"/>
                </a:cubicBezTo>
                <a:cubicBezTo>
                  <a:pt x="1370707" y="1806531"/>
                  <a:pt x="1362967" y="1832328"/>
                  <a:pt x="1347489" y="1855942"/>
                </a:cubicBezTo>
                <a:cubicBezTo>
                  <a:pt x="1332011" y="1879556"/>
                  <a:pt x="1310381" y="1897465"/>
                  <a:pt x="1282601" y="1909669"/>
                </a:cubicBezTo>
                <a:cubicBezTo>
                  <a:pt x="1254819" y="1921873"/>
                  <a:pt x="1219795" y="1927975"/>
                  <a:pt x="1177528" y="1927975"/>
                </a:cubicBezTo>
                <a:cubicBezTo>
                  <a:pt x="1103312" y="1927975"/>
                  <a:pt x="1051917" y="1913687"/>
                  <a:pt x="1023342" y="1885112"/>
                </a:cubicBezTo>
                <a:cubicBezTo>
                  <a:pt x="994767" y="1856537"/>
                  <a:pt x="978594" y="1820223"/>
                  <a:pt x="974824" y="1776170"/>
                </a:cubicBezTo>
                <a:lnTo>
                  <a:pt x="1103114" y="1768133"/>
                </a:lnTo>
                <a:cubicBezTo>
                  <a:pt x="1105892" y="1788969"/>
                  <a:pt x="1111547" y="1804844"/>
                  <a:pt x="1120080" y="1815758"/>
                </a:cubicBezTo>
                <a:cubicBezTo>
                  <a:pt x="1133971" y="1833419"/>
                  <a:pt x="1153815" y="1842250"/>
                  <a:pt x="1179611" y="1842250"/>
                </a:cubicBezTo>
                <a:cubicBezTo>
                  <a:pt x="1198860" y="1842250"/>
                  <a:pt x="1213693" y="1837735"/>
                  <a:pt x="1224111" y="1828706"/>
                </a:cubicBezTo>
                <a:cubicBezTo>
                  <a:pt x="1234529" y="1819677"/>
                  <a:pt x="1239738" y="1809210"/>
                  <a:pt x="1239738" y="1797303"/>
                </a:cubicBezTo>
                <a:cubicBezTo>
                  <a:pt x="1239738" y="1785993"/>
                  <a:pt x="1234777" y="1775872"/>
                  <a:pt x="1224855" y="1766943"/>
                </a:cubicBezTo>
                <a:cubicBezTo>
                  <a:pt x="1214933" y="1758013"/>
                  <a:pt x="1191915" y="1749579"/>
                  <a:pt x="1155799" y="1741642"/>
                </a:cubicBezTo>
                <a:cubicBezTo>
                  <a:pt x="1096664" y="1728346"/>
                  <a:pt x="1054497" y="1710685"/>
                  <a:pt x="1029295" y="1688659"/>
                </a:cubicBezTo>
                <a:cubicBezTo>
                  <a:pt x="1003895" y="1666632"/>
                  <a:pt x="991195" y="1638553"/>
                  <a:pt x="991195" y="1604422"/>
                </a:cubicBezTo>
                <a:cubicBezTo>
                  <a:pt x="991195" y="1581999"/>
                  <a:pt x="997694" y="1560815"/>
                  <a:pt x="1010692" y="1540873"/>
                </a:cubicBezTo>
                <a:cubicBezTo>
                  <a:pt x="1023689" y="1520930"/>
                  <a:pt x="1043235" y="1505253"/>
                  <a:pt x="1069329" y="1493843"/>
                </a:cubicBezTo>
                <a:cubicBezTo>
                  <a:pt x="1095424" y="1482433"/>
                  <a:pt x="1131193" y="1476728"/>
                  <a:pt x="1176635" y="1476728"/>
                </a:cubicBezTo>
                <a:close/>
                <a:moveTo>
                  <a:pt x="5002904" y="0"/>
                </a:moveTo>
                <a:lnTo>
                  <a:pt x="11128839" y="0"/>
                </a:lnTo>
                <a:lnTo>
                  <a:pt x="9602118" y="6106886"/>
                </a:lnTo>
                <a:lnTo>
                  <a:pt x="3476182" y="6106886"/>
                </a:lnTo>
                <a:close/>
              </a:path>
            </a:pathLst>
          </a:custGeom>
          <a:ln w="1905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rgbClr val="00206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1F0692-3C30-142A-F2C8-77A3A6EE0E10}"/>
              </a:ext>
            </a:extLst>
          </p:cNvPr>
          <p:cNvGrpSpPr/>
          <p:nvPr/>
        </p:nvGrpSpPr>
        <p:grpSpPr>
          <a:xfrm>
            <a:off x="6048819" y="3429000"/>
            <a:ext cx="6143181" cy="1981200"/>
            <a:chOff x="5257800" y="3429000"/>
            <a:chExt cx="6143181" cy="1981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9A9C41-02BB-B7C1-861E-D924D8426649}"/>
                </a:ext>
              </a:extLst>
            </p:cNvPr>
            <p:cNvSpPr/>
            <p:nvPr/>
          </p:nvSpPr>
          <p:spPr>
            <a:xfrm>
              <a:off x="5257800" y="3429000"/>
              <a:ext cx="4942114" cy="1077686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Arrow: Striped Right 10">
              <a:extLst>
                <a:ext uri="{FF2B5EF4-FFF2-40B4-BE49-F238E27FC236}">
                  <a16:creationId xmlns:a16="http://schemas.microsoft.com/office/drawing/2014/main" id="{70205493-289F-9CFE-4323-9961FEB13A97}"/>
                </a:ext>
              </a:extLst>
            </p:cNvPr>
            <p:cNvSpPr/>
            <p:nvPr/>
          </p:nvSpPr>
          <p:spPr>
            <a:xfrm>
              <a:off x="5860152" y="3603171"/>
              <a:ext cx="5540829" cy="1807029"/>
            </a:xfrm>
            <a:prstGeom prst="stripedRightArrow">
              <a:avLst/>
            </a:prstGeom>
            <a:ln>
              <a:solidFill>
                <a:schemeClr val="bg2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8E10E9-55D9-073B-EE82-06583632CB61}"/>
                </a:ext>
              </a:extLst>
            </p:cNvPr>
            <p:cNvSpPr txBox="1"/>
            <p:nvPr/>
          </p:nvSpPr>
          <p:spPr>
            <a:xfrm>
              <a:off x="6355438" y="4125686"/>
              <a:ext cx="4040419" cy="646331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BY  RITIKA</a:t>
              </a:r>
              <a:endParaRPr lang="en-IN" sz="36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679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2B79-EA22-5C8B-1D0A-0F54D044CAEC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WHAT IS A DASHBOARD?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2A51-9F9C-D071-5F24-8431DC633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61518"/>
          </a:xfrm>
          <a:prstGeom prst="wedgeEllipseCallou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2265740093">
                  <a:custGeom>
                    <a:avLst/>
                    <a:gdLst>
                      <a:gd name="connsiteX0" fmla="*/ 3067085 w 10515600"/>
                      <a:gd name="connsiteY0" fmla="*/ 4681708 h 4161518"/>
                      <a:gd name="connsiteX1" fmla="*/ 2673955 w 10515600"/>
                      <a:gd name="connsiteY1" fmla="*/ 3892926 h 4161518"/>
                      <a:gd name="connsiteX2" fmla="*/ 3368194 w 10515600"/>
                      <a:gd name="connsiteY2" fmla="*/ 139021 h 4161518"/>
                      <a:gd name="connsiteX3" fmla="*/ 6740540 w 10515600"/>
                      <a:gd name="connsiteY3" fmla="*/ 84453 h 4161518"/>
                      <a:gd name="connsiteX4" fmla="*/ 8446156 w 10515600"/>
                      <a:gd name="connsiteY4" fmla="*/ 3735287 h 4161518"/>
                      <a:gd name="connsiteX5" fmla="*/ 4577463 w 10515600"/>
                      <a:gd name="connsiteY5" fmla="*/ 4144025 h 4161518"/>
                      <a:gd name="connsiteX6" fmla="*/ 3067085 w 10515600"/>
                      <a:gd name="connsiteY6" fmla="*/ 4681708 h 41615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515600" h="4161518" fill="none" extrusionOk="0">
                        <a:moveTo>
                          <a:pt x="3067085" y="4681708"/>
                        </a:moveTo>
                        <a:cubicBezTo>
                          <a:pt x="3022884" y="4492807"/>
                          <a:pt x="2851132" y="4184944"/>
                          <a:pt x="2673955" y="3892926"/>
                        </a:cubicBezTo>
                        <a:cubicBezTo>
                          <a:pt x="-1239037" y="2676764"/>
                          <a:pt x="-907129" y="839118"/>
                          <a:pt x="3368194" y="139021"/>
                        </a:cubicBezTo>
                        <a:cubicBezTo>
                          <a:pt x="4519494" y="-63197"/>
                          <a:pt x="5460090" y="-180391"/>
                          <a:pt x="6740540" y="84453"/>
                        </a:cubicBezTo>
                        <a:cubicBezTo>
                          <a:pt x="10963848" y="584749"/>
                          <a:pt x="11592805" y="2552039"/>
                          <a:pt x="8446156" y="3735287"/>
                        </a:cubicBezTo>
                        <a:cubicBezTo>
                          <a:pt x="7290215" y="3812402"/>
                          <a:pt x="5932786" y="4264731"/>
                          <a:pt x="4577463" y="4144025"/>
                        </a:cubicBezTo>
                        <a:cubicBezTo>
                          <a:pt x="4239967" y="4320696"/>
                          <a:pt x="3685328" y="4321980"/>
                          <a:pt x="3067085" y="4681708"/>
                        </a:cubicBezTo>
                        <a:close/>
                      </a:path>
                      <a:path w="10515600" h="4161518" stroke="0" extrusionOk="0">
                        <a:moveTo>
                          <a:pt x="3067085" y="4681708"/>
                        </a:moveTo>
                        <a:cubicBezTo>
                          <a:pt x="2843792" y="4378845"/>
                          <a:pt x="2795310" y="4009726"/>
                          <a:pt x="2673955" y="3892926"/>
                        </a:cubicBezTo>
                        <a:cubicBezTo>
                          <a:pt x="-1176337" y="3359643"/>
                          <a:pt x="-481989" y="725207"/>
                          <a:pt x="3368194" y="139021"/>
                        </a:cubicBezTo>
                        <a:cubicBezTo>
                          <a:pt x="4424716" y="119419"/>
                          <a:pt x="5645620" y="-52530"/>
                          <a:pt x="6740540" y="84453"/>
                        </a:cubicBezTo>
                        <a:cubicBezTo>
                          <a:pt x="10814618" y="551265"/>
                          <a:pt x="11897217" y="2245314"/>
                          <a:pt x="8446156" y="3735287"/>
                        </a:cubicBezTo>
                        <a:cubicBezTo>
                          <a:pt x="7379449" y="4096236"/>
                          <a:pt x="6013626" y="4282707"/>
                          <a:pt x="4577463" y="4144025"/>
                        </a:cubicBezTo>
                        <a:cubicBezTo>
                          <a:pt x="4103331" y="4350655"/>
                          <a:pt x="3530615" y="4528446"/>
                          <a:pt x="3067085" y="468170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anchor="b">
            <a:normAutofit fontScale="92500" lnSpcReduction="20000"/>
          </a:bodyPr>
          <a:lstStyle/>
          <a:p>
            <a:pPr marL="0" indent="0" algn="just" fontAlgn="ctr">
              <a:spcBef>
                <a:spcPts val="0"/>
              </a:spcBef>
              <a:buNone/>
            </a:pPr>
            <a:endParaRPr lang="en-US" dirty="0">
              <a:latin typeface="+mj-lt"/>
            </a:endParaRPr>
          </a:p>
          <a:p>
            <a:pPr marL="0" indent="0" algn="just" fontAlgn="ctr">
              <a:spcBef>
                <a:spcPts val="0"/>
              </a:spcBef>
              <a:buNone/>
            </a:pPr>
            <a:r>
              <a:rPr lang="en-US" dirty="0">
                <a:latin typeface="+mj-lt"/>
              </a:rPr>
              <a:t>In Excel, a dashboard is a visual display of key business metrics and performance indicators, designed to </a:t>
            </a:r>
            <a:r>
              <a:rPr lang="en-US" sz="3300" dirty="0">
                <a:latin typeface="+mj-lt"/>
              </a:rPr>
              <a:t>provide</a:t>
            </a:r>
            <a:r>
              <a:rPr lang="en-US" dirty="0">
                <a:latin typeface="+mj-lt"/>
              </a:rPr>
              <a:t> a clear and concise overview of data. It's a way to consolidate information from various sources into a single, easy-to-understand interface, typically using charts, graphs, and tables. </a:t>
            </a:r>
          </a:p>
          <a:p>
            <a:pPr marL="0" indent="0">
              <a:buNone/>
            </a:pPr>
            <a:br>
              <a:rPr lang="en-US" dirty="0">
                <a:latin typeface="+mj-lt"/>
              </a:rPr>
            </a:b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2621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6655-96B1-8EA0-9CFD-EAD0AC4065F4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BENEFITS OF USING DASHBOARD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25927-BF30-ED63-6EE4-16825F2D2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1) Improved Decision-Making: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Dashboards provide a comprehensive overview of data, allowing users to quickly grasp the current state of affairs and make data-driven decisions based on real-time insights. This can lead to more effective strategies and better outcomes across various business areas. </a:t>
            </a:r>
          </a:p>
          <a:p>
            <a:pPr marL="0" indent="0">
              <a:buNone/>
            </a:pPr>
            <a:r>
              <a:rPr lang="en-US" b="1" dirty="0"/>
              <a:t>2) Increased Efficiency: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By consolidating data from multiple sources into a single, easily accessible interface, dashboards save time and resources. Users can quickly access the information they need without having to navigate through multiple systems or reports.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299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592B-436E-34F0-8FD0-4ADD87EE3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818"/>
            <a:ext cx="10515600" cy="491076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3)</a:t>
            </a:r>
            <a:r>
              <a:rPr lang="en-US" b="1" dirty="0">
                <a:solidFill>
                  <a:schemeClr val="tx1"/>
                </a:solidFill>
              </a:rPr>
              <a:t>Data Visualization:</a:t>
            </a:r>
          </a:p>
          <a:p>
            <a:pPr marL="0" indent="0" fontAlgn="ctr">
              <a:buNone/>
            </a:pPr>
            <a:r>
              <a:rPr lang="en-US" dirty="0">
                <a:solidFill>
                  <a:schemeClr val="tx1"/>
                </a:solidFill>
              </a:rPr>
              <a:t>Dashboards transform complex data into visually appealing and easy-to-understand charts and graphs. This makes it easier for users to identify trends, patterns, and outliers, leading to a deeper understanding of the data and its implications. 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>
                <a:solidFill>
                  <a:schemeClr val="tx1"/>
                </a:solidFill>
              </a:rPr>
              <a:t>) </a:t>
            </a:r>
            <a:r>
              <a:rPr lang="en-US" b="1" dirty="0">
                <a:solidFill>
                  <a:schemeClr val="tx1"/>
                </a:solidFill>
              </a:rPr>
              <a:t>Enhanced Collaboration: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Dashboards can be shared with multiple users, facilitating better communication and collaboration across teams and departments. Real-time updates and interactive features enable users to work together more effectively, discuss findings, and make joint decisions. 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E46CEF-5350-5BBC-4ACA-CBA2A1A4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BENEFITS OF USING DASHBOARD</a:t>
            </a:r>
            <a:endParaRPr lang="en-IN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939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4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0C42-101E-F808-6561-A21B140AE12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rPr>
              <a:t>RAW DATA</a:t>
            </a:r>
            <a:endParaRPr lang="en-IN" sz="3200" b="1" dirty="0">
              <a:solidFill>
                <a:schemeClr val="bg1"/>
              </a:solidFill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693F8EC-DEEA-AD61-15FB-A78D7470C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51"/>
          <a:stretch>
            <a:fillRect/>
          </a:stretch>
        </p:blipFill>
        <p:spPr>
          <a:xfrm>
            <a:off x="838200" y="1825624"/>
            <a:ext cx="10515599" cy="4455433"/>
          </a:xfrm>
        </p:spPr>
      </p:pic>
    </p:spTree>
    <p:extLst>
      <p:ext uri="{BB962C8B-B14F-4D97-AF65-F5344CB8AC3E}">
        <p14:creationId xmlns:p14="http://schemas.microsoft.com/office/powerpoint/2010/main" val="17184134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B00E-427A-E5FC-68C7-17F631BF60E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SUMMARIZING DATA INTO PIVOT TABLE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95A834-6BBC-11D1-AC7E-0CBA6902D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06" b="7865"/>
          <a:stretch>
            <a:fillRect/>
          </a:stretch>
        </p:blipFill>
        <p:spPr>
          <a:xfrm>
            <a:off x="838200" y="2068284"/>
            <a:ext cx="10581052" cy="3712029"/>
          </a:xfrm>
        </p:spPr>
      </p:pic>
    </p:spTree>
    <p:extLst>
      <p:ext uri="{BB962C8B-B14F-4D97-AF65-F5344CB8AC3E}">
        <p14:creationId xmlns:p14="http://schemas.microsoft.com/office/powerpoint/2010/main" val="2879227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F1E8-DE27-1BB5-D0DC-A06145FB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INSERTING SLICER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D63343-96C8-5640-C16C-20376A81C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85" b="8115"/>
          <a:stretch>
            <a:fillRect/>
          </a:stretch>
        </p:blipFill>
        <p:spPr>
          <a:xfrm>
            <a:off x="2815620" y="1825625"/>
            <a:ext cx="6560760" cy="45421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6988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EF9D-7EAA-A1A5-D969-B345A7C9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1789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/>
              <a:t>FINAL DASHBOARD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75B299-20DD-CD01-BC67-EC8FB1C75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04"/>
          <a:stretch>
            <a:fillRect/>
          </a:stretch>
        </p:blipFill>
        <p:spPr>
          <a:xfrm>
            <a:off x="838200" y="1689349"/>
            <a:ext cx="10515600" cy="4637087"/>
          </a:xfrm>
          <a:ln>
            <a:solidFill>
              <a:schemeClr val="accent5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9388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7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259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Office Theme</vt:lpstr>
      <vt:lpstr>PowerPoint Presentation</vt:lpstr>
      <vt:lpstr>WHAT IS A DASHBOARD?</vt:lpstr>
      <vt:lpstr>BENEFITS OF USING DASHBOARD</vt:lpstr>
      <vt:lpstr>BENEFITS OF USING DASHBOARD</vt:lpstr>
      <vt:lpstr>RAW DATA</vt:lpstr>
      <vt:lpstr>SUMMARIZING DATA INTO PIVOT TABLE</vt:lpstr>
      <vt:lpstr>INSERTING SLICER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adityapatilap2121@gmail.com</dc:creator>
  <cp:lastModifiedBy>adityapatilap2121@gmail.com</cp:lastModifiedBy>
  <cp:revision>6</cp:revision>
  <dcterms:created xsi:type="dcterms:W3CDTF">2025-07-02T06:12:27Z</dcterms:created>
  <dcterms:modified xsi:type="dcterms:W3CDTF">2025-12-18T05:15:35Z</dcterms:modified>
</cp:coreProperties>
</file>